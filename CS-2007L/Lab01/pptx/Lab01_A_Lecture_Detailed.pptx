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your first Data Structures Lab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Let’s Make Code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Correct &amp; Fast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scary theory dump — we learn with stories, demos, and tiny steps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 ·  .NET 8  ·  C#  ·  3 hours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for today’s class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stay with us, you will leave with real skills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RUN a C# program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watch — your own laptop / lab PC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CATCH a hidden bug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194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debugger like a detective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EXPLAIN ideas simply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vs reference, in plain words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speed vs memory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HashSet can feel “magic”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 today (simple map)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stops — like a short trip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80160"/>
            <a:ext cx="1371600" cy="2377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1280160"/>
            <a:ext cx="1371600" cy="2377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10512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truth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280160"/>
            <a:ext cx="1371600" cy="2377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73552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File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1371600" cy="2377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36592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vs share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1280160"/>
            <a:ext cx="1371600" cy="2377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99632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superpowers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1280160"/>
            <a:ext cx="1371600" cy="2377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62672" y="2651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with memory?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you care?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same ideas run your campus apps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1: The enrolment 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you already understand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BS Computer Engineering — Section A list of student IDs.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everyone (traverse)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ID 1099 (search)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96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late student (insert)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96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dropped student (delete)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for printing (sort)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sections (merge)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2: The “twin sensor” mystery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5.0 — simple version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(easy story)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sends many sensor IDs every second.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ID appears twice, something may be wrong (faulty / cloned sensor).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way: compare every ID with every other ID.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way: keep a “seen already” set in memory (HashSet).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 FEEL both ways with a timer.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of this semester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is the first brick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 →  Lists  →  Stacks &amp; Queues  →  Trees  →  Graphs  →  Hashing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this semester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8138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“code that runs”…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“code I can explain, test, debug, and justify with time/memory.”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1 — Make it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commands, and your first Hello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press Run?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pipeline (viva favourite)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57400" y="13716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40480" y="13716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623560" y="13716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406640" y="137160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822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Compiler translates. CLR runs (+ JIT + memory cleaning).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helpers — don’t mix them 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vs CLR in one glance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= translator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C#.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spelling/rules.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IL (.dll).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turning your notes into a clear recipe book.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= kitchen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recipe (IL).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 when needed (JIT).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dish (output).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dishes (GC).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vs Runtime — cafeteria analogy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 forever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= full kitchen kit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Knives, stove, recipes, training.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and BUILD food (apps).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this in the lab.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= dining hall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serve / eat ready meals.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programs.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alone to develop.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22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Check once:  dotnet --version   → should start with 8.0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starter pack (install once)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IDE — both are fine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SDK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+ build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friendly 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C# Dev Kit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fast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commands live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246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magic commands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them — fingers learn faster than eyes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24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--version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807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ready? (need 8.0.x)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56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new console -n Lab01 --use-program-main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1122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clean project with Main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87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build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8437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— show errors early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19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run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5753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(if needed) + run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an explicit Main method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beginners always see “where it starts”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(short style)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starts without Main.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neat for tiny demos.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for first-timers to spot the entry point.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lab style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static void Main(...)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teaching. Easy viva.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VS: tick “Do not use top-level statements”.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in your project folder?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smart — don’t upload junk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— keep &amp; screenshot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*.csproj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(net8.0)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 — NEVER submit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obj/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build files — NEVER submit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Your first program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it. Don’t paste. Feel the win.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2468880"/>
          </a:xfrm>
          <a:prstGeom prst="roundRect">
            <a:avLst>
              <a:gd name="adj" fmla="val 370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716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Console.WriteLine("Hello, C#!");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Console.WriteLine("Welcome to Data Structures Lab");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Console.WriteLine($"Running on .NET {Environment.Version}");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22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If this prints — your toolchain works. Celebrate that.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dictionary for Example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you will hear all semester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1097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label/group for related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— program starts here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$"Hello {name}"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— insert values into text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comment — helps humans + IDE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2 — Become a bug detective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 is your superpower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“something’s wrong”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hospital to go 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43000"/>
            <a:ext cx="2788920" cy="29260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43000"/>
            <a:ext cx="278892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refuses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/ wrong name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spelling &amp; using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788920" cy="29260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143000"/>
            <a:ext cx="27889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mid-run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514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index, null, 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exception + 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143000"/>
            <a:ext cx="2788920" cy="29260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143000"/>
            <a:ext cx="278892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1965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wrong answer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514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Off-by-one, bad formula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+ tests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keys — memorize like a game cheat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 Visual Studio &amp; VS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270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0312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debugging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41732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270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breakpoint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78892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986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10312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line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25146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78892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8986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method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window = X-ray glasses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truth while the program pauses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Breakpoint stops time for your program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Locals shows every variable’s current value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Press F10 and watch numbers change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Count loop trips — does it match your paper calculation?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mystery: Sum 1..5 should be 15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program prints 10 — why?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 n; i++)   // buggy condition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E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i;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15  ·  Actual 10  ·  This is a LOGIC error (build still succeeds)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22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Fix: i &lt;= n   — include the last number.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recipe (use forever)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for Task 4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first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expected answer (15)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wrong output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on the suspicious line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91840" y="2743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Locals: i and sum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one thing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until expected matches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3 — Speak the language of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words: Data, Field, Record, File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four friends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example — remember forever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43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43000"/>
            <a:ext cx="20574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"Ayesha"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14600" y="1143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1143000"/>
            <a:ext cx="20574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slot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26517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143000"/>
            <a:ext cx="20574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DSU-001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Ayesha, 3.45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1143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143000"/>
            <a:ext cx="20574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280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20116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on disk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6517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students.txt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nest (like folders)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 from value → disk 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  students.txt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  one student line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   RegNo = DSU-001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   Name  = Ayesha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   Cgpa  = 3.45   ← each number/text is DATA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classify these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answer in your head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"Karachi"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1051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(a raw value)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Field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attendance row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attendance.csv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4 — Copy or share?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types vs reference types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 in one sentence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saves you from many future bugs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types copy the NUMBER.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types copy the ADDRESS.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types = two separate notebooks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double, bool, char, 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9319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 = 10;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b = a;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99;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still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99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657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 has 10.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copy into Notebook B.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scribble 99 in B.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untouched.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22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Independent copies. Safe and simple.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types = same house, two keys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objects live on the heap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9319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int[] first = {1,2,3};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int[] second = first;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second[0] = 99;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first[0] is ALSO 99!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657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didn’t build a new house.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copied the KEY.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the door — both keys open the same door.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22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Shared object → surprising changes.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real copy? Use Clone()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with extra memory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third = (int[])first.Clone();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third[1] = 77;   // first stays unchanged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91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taste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costs space. (We meet this idea again with HashSet.)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is special (don’t panic)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type, but immutable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s1 = "DSU";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s2 = s1;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+= "!";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is still "DSU".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is a NEW string "DSU!".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edit string characters in place like an array.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5 — Array superpowers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operations every structure somehow needs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six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them out loud once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8620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46120" y="26060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86200" y="3017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26480" y="26060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3017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— walk the whole 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words + cost intuition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element once.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checking attendance for every student.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idea: O(n)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find someone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words + cost intuition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value; return index or -1.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finding Roll No in a printed list.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cost: O(n)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make space &amp; add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words + cost intuition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a position; others shift.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inserting a name into a paper list mid-page.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idea: O(n)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remove &amp; close the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words + cost intuition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at index; others shift left.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erasing a name and pulling lines up.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idea: O(n)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— neat order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words + cost intuition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/ descending.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may use Array.Sort.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sorts: about O(n log n)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 join two sorted 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words + cost intuition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English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sorted arrays into one sorted array.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both inputs must ALREADY be sorted.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O(n + m)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insert feels “expensive” on arrays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→ lots of copying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Make a NEW bigger array (Length + 1)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Copy the left part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Put the new value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Copy the right part one slot over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221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More elements → more copy work → O(n). Task 5 = arrays only (no List yet).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cost card (Lab 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will make Big-O formal — today just intuition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data[i]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instant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E8EEF4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/ linear 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grows with size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shift/copy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E8EEF4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sorted arrays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+ m)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6 — Speed vs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pay RAM to buy 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 in human words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make this choice in daily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notes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need a phone number, you scan the whole contact printout.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but zero extra notebook.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index notebook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a sorted index or HashSet-like memory.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lookup.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more space.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code: Linear vs HashSet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answers — different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Contains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query, scan the array.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extra memory.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grows badly with many queries.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 Contains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set once (extra memory).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is roughly constant time.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you ask many times.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fairly (pro tip)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timings lie to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Stopwatch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Run: dotnet run -c Release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Repeat 3 times → keep median (Task 6)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 check: both methods find the SAME count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 story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vs tiny edge device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more RAM.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faster structures (HashSet).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hate waiting.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IoT device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memory.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accept slower loops.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must be CORRECT.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graded missions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goals — start with 1 to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1–4 in lab; 5–6 if time (else homework)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0584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your tools 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002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1600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card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TryParse care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031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+ classify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tiny code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060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606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BuggyStats detective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2606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screenshots!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089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manager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only menu app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11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duplicates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it + conclude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boss fight — three bugs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symptoms — different lessons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801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too far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runtime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÷ int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average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starts 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negatives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marks work (/10)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fair — know the scoring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258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run + debugger confidently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marks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659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assigned tasks well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marks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060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+ AI honesty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marks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— explain concepts simply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marks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without stress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before LMS upload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Name + Reg No on top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Code + output screenshots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Task 4: debugger shot per bug (Locals visible)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Written bits for Tasks 1 &amp;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AI disclosure (or write None)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No bin/ or obj/ folders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AI helpers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is part of the grade (CLO-3)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allowed and you used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which tool · what you asked · what you changed · how you verified.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viva you must explain every line.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AI use = academic integrity problem.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“None” is perfect if you truly used none.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recap — take these home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lines that unlock Lab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Compiler translates · CLR runs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Value copy ≠ reference copy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→ Field → Record → File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Array insert/delete often O(n)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Debugger finds logic bugs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HashSet: pay memory, buy speed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teaser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“O(n)” scientific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Frequency count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Big-O notation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Measure growth with Stopwatch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Compare prediction vs reality</a:t>
            </a:r>
            <a:endParaRPr 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Mission start!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IDE · Create Lab01 · Begin Task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Lecture for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58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554480"/>
            <a:ext cx="6949440" cy="2011680"/>
          </a:xfrm>
          <a:prstGeom prst="roundRect">
            <a:avLst>
              <a:gd name="adj" fmla="val 681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1168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got this.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Type. Run. Debug. Explain.</a:t>
            </a:r>
            <a:endParaRPr lang="en-US" sz="2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now.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start Tasks 1–4  ·  Use the debugger on Task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Easy Lecture · CS-2007L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— Easy &amp; Amazing Lecture for Students</dc:title>
  <dc:subject>PptxGenJS Presentation</dc:subject>
  <dc:creator>CS-2007L Course Package</dc:creator>
  <cp:lastModifiedBy>CS-2007L Course Package</cp:lastModifiedBy>
  <cp:revision>1</cp:revision>
  <dcterms:created xsi:type="dcterms:W3CDTF">2026-10-19T13:51:59Z</dcterms:created>
  <dcterms:modified xsi:type="dcterms:W3CDTF">2026-10-19T13:51:59Z</dcterms:modified>
</cp:coreProperties>
</file>