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Easy Viva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questions · Clear answers · No panic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 → then reveal the model answer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QUESTION only first — students think aloud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Then click to ANSWER — compare with their words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Pick 2 random Qs as 3-minute exit ticket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For formal viva: mix CLO-1 + one CLO-2 debug Q + CLO-3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Don’t read answers robotically — ask follow-ups (“show on your laptop”)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the C# compiler and the CLR?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(build time): translates your .cs source into IL (often a .dll) and reports compile errors.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(run time): loads IL, JIT-compiles it to machine code, runs the program, and manages memory (garbage collection).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line: Compiler translates. CLR runs.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`dotnet build` produce, and where is it stored?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a compiled IL assembly (and related build outputs).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find outputs mainly under the bin/ folder (with temporary files in obj/).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submit bin/ or obj/ — they are generated.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the SDK and the runtime?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(Software Development Kit): tools to create and build projects (`dotnet new`, `dotnet build`).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the engine needed to execute programs (includes the CLR).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needs the .NET 8 SDK so you can develop.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value-type assignment, what is copied?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itself is copied into an independent variable.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 = 10; int b = a; b = 99;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stays 10, b is 99.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not share storage.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`int[] y = x; y[0] = 9;`, what is `x[0]`? Why?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x[0] is also 9.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array assignment copies the reference (address), not a new array.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names point to the same object on the heap.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independence, use Clone() (extra memory).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data, field, record, and file using attendance.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 raw value, e.g. "Karachi" or 3.14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a named attribute/column, e.g. 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one entity’s fields together — one attendance row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many records stored together on disk — attendance.csv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inserting into an array typically cost O(n)?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has fixed length. Inserting usually means creating a larger array and copying/shifting elements so there is room for the new value.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copying grows with the number of elements n → O(n).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typical cost of deleting at an index in an array?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after the gap must shift left (or you copy into a smaller new array). Work grows with 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Merge produce a correctly sorted result?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input arrays are already sorted.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merge runs in O(n + m).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inputs are unsorted, the code may still run, but the output order will be wrong — the precondition failed.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 vs logic error — give one example each.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Syntax/compile: build fails. Example: misspelled variable → CS0103.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program runs but answer is wrong. Example: loop uses i &lt; n instead of i &lt;= n so the last value is skipped.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is mainly for logic errors.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set a breakpoint to debug SumToN, and what do you watch?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on sum += i (or the loop line).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Locals: i and sum.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with F10.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times the body runs for n = 5.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never reaches i = 5, the condition is wrong.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symptom of `i &lt;= values.Length` in Average?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exception: IndexOutOfRangeException.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indices are 0 .. Length-1. When i becomes Length, the access is illegal.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direction: i &lt; values.Length.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Maximum fail on an all-negative array if max starts at 0?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number is greater than 0, so the max variable never updates and stays 0 — which is wrong.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{-7,-3,-9} should return -3.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logic error. Initialize max to values[0].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Average return 5 instead of 5.5 for {4,5,6,7}?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division: total and Length are ints, so 22/4 becomes 5 (fraction discarded).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cast — (double)total / values.Length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Kind: logic error (no crash).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HashSet faster in the tradeoff demo? What did it cost?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building the HashSet, membership tests are roughly O(1) each.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is O(n) per query.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extra memory — a second structure storing the elements (time–space tradeoff).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Hard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accept a slower algorithm to save memory?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 · Hard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memory-limited devices (IoT / edge sensors), embedded systems, or when the dataset is so large that an extra HashSet will not fit.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choose linear scan / streaming even if slower — but results must still be correct.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CLO-3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write XML documentation comments?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CLO-3 · Easy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document intent for humans and IDEs (tooltips).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support CLO-3: responsible, professional, readable code.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/// &lt;summary&gt;…&lt;/summary&gt;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CLO-3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used AI, what must you prove in disclosure + viva?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· Answer in simple English · Give a tiny example if you can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answer 18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CLO-3 · Medium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like this (simple &amp; clear)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tool + what you used it for.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you changed or rejected.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you verified (tests, debugger, expected output).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explain every submitted line.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AI use is an integrity issue.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exit-ticket sets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set (2 questions)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Easy Viva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(basics)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Compiler vs CLR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Q5 value/reference array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(ops + tradeoff)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Insert O(n)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Q15 HashSet cost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tip for students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clear sentences  ·  Give an example  ·  Say the cost if asked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unsure: explain what you WOULD test next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Easy Viva Practice</dc:title>
  <dc:subject>PptxGenJS Presentation</dc:subject>
  <dc:creator>CS-2007L</dc:creator>
  <cp:lastModifiedBy>CS-2007L</cp:lastModifiedBy>
  <cp:revision>1</cp:revision>
  <dcterms:created xsi:type="dcterms:W3CDTF">2026-10-19T13:51:59Z</dcterms:created>
  <dcterms:modified xsi:type="dcterms:W3CDTF">2026-10-19T13:51:59Z</dcterms:modified>
</cp:coreProperties>
</file>