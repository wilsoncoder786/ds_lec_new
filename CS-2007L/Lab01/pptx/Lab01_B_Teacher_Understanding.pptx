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DO NOT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Teacher Understanding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7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Aapki prep · Roman Urdu + English terms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7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Hints, pitfalls, marking — students ko spoiler mat dena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— 6 cheezein stick honi chahiye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yeh clear → Quiz 1 soft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C# pipeline: compiler vs CLR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Value vs reference (array assign)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/ field / record / file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6 ops + insert/delete O(n) intuition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2971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Debugger se logic bug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HashSet = memory dekar time bachana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 marks map (/10 lab task)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fair + consistent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8872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run + debugger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13258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325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182880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760720" y="19659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1965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AI disclosure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60720" y="26060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8412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concepts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76072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CLO-1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vs Runtime — 30 second answer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aksar mix karte hain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Bolne layak 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= develop/build tools (dotnet new, build).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= program chalane ka engine (CLR).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“dotnet not recognized”: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SDK install check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Terminal band karke kholo (PATH)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Kabhi PC restart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need: .NET 8.0.x SDK.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usings — confusion fix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feature, magic nahi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Auto: System, IO, Linq, Collections.Generic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chahiye: Diagnostics (Stopwatch), Globalization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688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Pehle student ko CS0103 dikhao, phir using add karke “aha” moment do.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using bandal avoid — samajh ke likhein.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drawing — value vs reference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draw = 20 minutes confusion save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a: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b: copy 10 → then 99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alag rehta hai.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word: VALUE COPY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first ──┐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second ─┴→ [1,2,3] heap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second[0]=99 → first bhi 99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words: REFERENCE, HEAP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trap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type lekin immutable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expect array-like sharing. Galat.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84124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288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jo yaad rakho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81381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+= "!" naya string object banata hai.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purana “DSU” rehta hai.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Viva: “string reference hai, lekin change in-place nahi hota.”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Insert/Delete — naya array kyun?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arrays-only rule yahan se link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int[] length fixed hoti hai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Insert = Length+1 allocate + copy/shift → O(n)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Isi liye List&lt;T&gt; baad mein — abhi manually samjho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Task 5 mein List dikhe to redirect: course rule = arrays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precondition trap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“toota” nahi — input galat tha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sirf tab sorted output deta hai jab DONO inputs pehle se sorted hon.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student unsorted merge kare: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Code crash nahi hoga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Output order galat hoga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sawal: “Merge kab sahi hai?” → both sorted, O(n+m).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coaching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mode yaad dilao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dotnet run -c Release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Debug timing se confuse na hon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Task 6: 3 runs, median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Same found-count dono methods se — warna bug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Bug 1 (runtime)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values.Length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indices: 0 .. Length-1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 i == Length → IndexOutOfRangeException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crash on Average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RUNTIME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direction: i &lt; values.Length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Debugger: breakpoint loop pe, last i dekho.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Bug 2 (logic)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int truncation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{4,5,6,7} sum=22, 22/4 in ints = 5 (not 5.5)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wrong average, no crash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LOGIC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(double)total / values.Length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ladder pehle: “Average fractional kyun nahi?”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Bug 3 (logic)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= 0 negative arrays pe fail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{-7,-3,-9}: expected max -3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max=0 se start → koi v &gt; 0 nahi → return 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Kind: LOGIC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max = values[0] (empty later)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 bug students miss karte hain agar sirf positive test chalaen — force negative test.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ladder (spoiler control)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 karta hai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Expected vs actual likho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Kaun sa test fail / crash?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2194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Breakpoint: last index kya hai?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Average fractional missing?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200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Negative-only max seed?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marking checklist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43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No List&lt;T&gt;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TryParse + no crash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Duplicate ID reject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Remove by ID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XML comments on their methods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 Menu 0–6 basic path works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coaching points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5.0 story use karo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No-duplicate data → worst case (ids[i]=i*3)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 = 5k,10k,20k,40k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Nested ~ O(n²) feel; HashSet faster + extra space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Conclusion must pick: (a) cloud (b) edge + why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disclosure required (None bhi OK if true)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errors quick card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with this in mind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not recognised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reopen terminal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/ using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CS5001 no entry 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Main / --use-program-main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FormatException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TryParse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IndexOutOfRange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&lt; Length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vs strong students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without shaming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path (weak)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1–4 must finish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debugger shots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→ homework OK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time: sit with PATH issues first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(strong)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Task 5 menu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table + conclusion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Post-lab Q3 comparison counts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to explain HashSet cost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integrity script (bolo)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baar clear announce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sirf jab allow ho. Use kiya to disclosure likho.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= integrity case.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mein har line explain karni hogi.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likhna bhi theek hai agar AI nahi use kiya.”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Disclosure: tool · purpose · changed · verified · can explain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analogies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recall while teaching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0972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that cooks IL recipe (JIT) when ordered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17830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sticky notes, same house address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card vs reading every page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bug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51760" y="31546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Spell-check passed, story still wrong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timing reminder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peeche ho to kya cut karein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097280"/>
            <a:ext cx="84124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88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 / can compress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8138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SKIP: debugger live + Tasks 1–4 launch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COMPRESS: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Example 3 OR 4 (one short)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Example 6: aap run, students watch numbers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Tasks 5–6 → homework announce early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Deck C se 1–2 Q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109728" cy="3794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checklist (aap)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band karne se pehle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7091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CS-2007L · Lab 1 · Teacher Prep (Deck B) · PRIVATE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0" y="47091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617720"/>
            <a:ext cx="9144000" cy="13716"/>
          </a:xfrm>
          <a:prstGeom prst="rect">
            <a:avLst/>
          </a:prstGeom>
          <a:solidFill>
            <a:srgbClr val="C5D0DC"/>
          </a:solidFill>
          <a:ln w="12700">
            <a:solidFill>
              <a:srgbClr val="C5D0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88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Attendance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Who only finished Tasks 1–2?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AI policy + disclosure reminder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Assignment 1 / Quiz 1 pointer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864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Lab 2 reading: Big-O intro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B1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done → open Deck 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ko yeh deck mat dikhana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Teacher Understanding — PRIVATE</dc:title>
  <dc:subject>PptxGenJS Presentation</dc:subject>
  <dc:creator>CS-2007L</dc:creator>
  <cp:lastModifiedBy>CS-2007L</cp:lastModifiedBy>
  <cp:revision>1</cp:revision>
  <dcterms:created xsi:type="dcterms:W3CDTF">2026-10-19T13:31:21Z</dcterms:created>
  <dcterms:modified xsi:type="dcterms:W3CDTF">2026-10-19T13:31:21Z</dcterms:modified>
</cp:coreProperties>
</file>